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演讲者备注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发布计划12345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文件支持验证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